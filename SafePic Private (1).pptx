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0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93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17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27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08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1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7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58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77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62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622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523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9265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670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681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90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0C47A9C-9393-48C6-B6A1-949A5C6D280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4248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200B2-25F1-7BFA-17CF-337EA445C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SafePic</a:t>
            </a:r>
            <a:r>
              <a:rPr lang="en-US" dirty="0"/>
              <a:t> Private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AFF38-2EFF-3F0A-2136-D6A967818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пусть твои фотки будут только твои!!!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3E5BC-B829-624B-1827-E18C115AB854}"/>
              </a:ext>
            </a:extLst>
          </p:cNvPr>
          <p:cNvSpPr txBox="1"/>
          <p:nvPr/>
        </p:nvSpPr>
        <p:spPr>
          <a:xfrm>
            <a:off x="9197440" y="6388925"/>
            <a:ext cx="269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Хрипунов Иван ИП - 61</a:t>
            </a:r>
          </a:p>
        </p:txBody>
      </p:sp>
    </p:spTree>
    <p:extLst>
      <p:ext uri="{BB962C8B-B14F-4D97-AF65-F5344CB8AC3E}">
        <p14:creationId xmlns:p14="http://schemas.microsoft.com/office/powerpoint/2010/main" val="415753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0DD63-6F19-CF98-6C39-2A80CD89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важно?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40306-DF96-8100-FF8D-A7369681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Утечки данных случаются каждый день</a:t>
            </a:r>
          </a:p>
          <a:p>
            <a:r>
              <a:rPr lang="ru-RU" dirty="0"/>
              <a:t>Облачные хранилища взламывают</a:t>
            </a:r>
          </a:p>
          <a:p>
            <a:r>
              <a:rPr lang="ru-RU" dirty="0"/>
              <a:t>Пересылка документов через интернет небезопасна</a:t>
            </a:r>
          </a:p>
        </p:txBody>
      </p:sp>
    </p:spTree>
    <p:extLst>
      <p:ext uri="{BB962C8B-B14F-4D97-AF65-F5344CB8AC3E}">
        <p14:creationId xmlns:p14="http://schemas.microsoft.com/office/powerpoint/2010/main" val="302835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378CA-5578-180E-D855-53B3B77C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501" y="4429496"/>
            <a:ext cx="9266113" cy="1564903"/>
          </a:xfrm>
        </p:spPr>
        <p:txBody>
          <a:bodyPr/>
          <a:lstStyle/>
          <a:p>
            <a:r>
              <a:rPr lang="ru-RU" dirty="0"/>
              <a:t> Наше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6CD83-FD4B-6FB4-1159-79DB18CF6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none" strike="noStrike" dirty="0">
                <a:effectLst/>
                <a:latin typeface="Google Sans"/>
              </a:rPr>
              <a:t>Работает без интернета:</a:t>
            </a:r>
            <a:r>
              <a:rPr lang="ru-RU" dirty="0"/>
              <a:t> данные не уходят в сеть</a:t>
            </a:r>
          </a:p>
          <a:p>
            <a:r>
              <a:rPr lang="ru-RU" dirty="0"/>
              <a:t>Быстрое превращение картинки в цифровой шум, если того захочет пользователь</a:t>
            </a:r>
          </a:p>
          <a:p>
            <a:r>
              <a:rPr lang="ru-RU" dirty="0"/>
              <a:t>Длительное и безопасное хранение данных в зашифрованном виде</a:t>
            </a:r>
          </a:p>
          <a:p>
            <a:r>
              <a:rPr lang="ru-RU" dirty="0"/>
              <a:t>Пересылка шифрованных фото без опасности утечки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6A807A-B171-52C2-2849-DE047F66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356" y="3927523"/>
            <a:ext cx="8225641" cy="27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9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52CD8-9BF7-F49C-ECFA-D29B83B7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4506686"/>
            <a:ext cx="9153298" cy="1487713"/>
          </a:xfrm>
        </p:spPr>
        <p:txBody>
          <a:bodyPr/>
          <a:lstStyle/>
          <a:p>
            <a:r>
              <a:rPr lang="ru-RU" dirty="0"/>
              <a:t>Монетизация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2E7961-50BC-55F2-6C66-4261D5BC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Предполагается, что пользователь будет покупать ключи через платформу </a:t>
            </a:r>
            <a:r>
              <a:rPr lang="en-US" dirty="0" err="1"/>
              <a:t>FunPay</a:t>
            </a:r>
            <a:endParaRPr lang="ru-RU" dirty="0"/>
          </a:p>
        </p:txBody>
      </p:sp>
      <p:pic>
        <p:nvPicPr>
          <p:cNvPr id="5" name="Рисунок 4" descr="Изображение выглядит как человек, кофейная чашка, кофе, в помещении">
            <a:extLst>
              <a:ext uri="{FF2B5EF4-FFF2-40B4-BE49-F238E27FC236}">
                <a16:creationId xmlns:a16="http://schemas.microsoft.com/office/drawing/2014/main" id="{5B503330-11D7-5410-B3E5-CE6419022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730" y="2958792"/>
            <a:ext cx="5987223" cy="274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5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7509A-F663-1D62-29D9-C90B4E33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7A1482-6D2E-50CE-9952-FFE715D22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none" strike="noStrike" dirty="0">
                <a:effectLst/>
                <a:latin typeface="Google Sans"/>
              </a:rPr>
              <a:t>Бизнес:</a:t>
            </a:r>
            <a:r>
              <a:rPr lang="ru-RU" dirty="0"/>
              <a:t> Защита фото документов и отчетов</a:t>
            </a:r>
          </a:p>
          <a:p>
            <a:r>
              <a:rPr lang="ru-RU" b="1" u="none" strike="noStrike" dirty="0">
                <a:effectLst/>
                <a:latin typeface="Google Sans"/>
              </a:rPr>
              <a:t>Частные пользователи:</a:t>
            </a:r>
            <a:r>
              <a:rPr lang="ru-RU" dirty="0"/>
              <a:t> Хранение личных архивов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AD34D2-9D1A-3A80-612D-1708A55F8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8604" y="1683382"/>
            <a:ext cx="4958051" cy="42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0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FE8AA-75CC-2925-8420-06BB9569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11280"/>
          </a:xfrm>
        </p:spPr>
        <p:txBody>
          <a:bodyPr/>
          <a:lstStyle/>
          <a:p>
            <a:pPr algn="ctr"/>
            <a:r>
              <a:rPr lang="ru-RU" dirty="0" err="1"/>
              <a:t>SafePic</a:t>
            </a:r>
            <a:r>
              <a:rPr lang="ru-RU" dirty="0"/>
              <a:t> — надежность в каждом байте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571107914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</TotalTime>
  <Words>106</Words>
  <Application>Microsoft Office PowerPoint</Application>
  <PresentationFormat>Широкоэкранный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Century Gothic</vt:lpstr>
      <vt:lpstr>Google Sans</vt:lpstr>
      <vt:lpstr>Wingdings 3</vt:lpstr>
      <vt:lpstr>Сектор</vt:lpstr>
      <vt:lpstr>SafePic Private</vt:lpstr>
      <vt:lpstr>Почему это важно?</vt:lpstr>
      <vt:lpstr> Наше решение</vt:lpstr>
      <vt:lpstr>Монетизация</vt:lpstr>
      <vt:lpstr>Целевая аудитория</vt:lpstr>
      <vt:lpstr>SafePic — надежность в каждом байте  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Хрипунов</dc:creator>
  <cp:lastModifiedBy>Иван Хрипунов</cp:lastModifiedBy>
  <cp:revision>4</cp:revision>
  <dcterms:created xsi:type="dcterms:W3CDTF">2026-04-06T14:19:10Z</dcterms:created>
  <dcterms:modified xsi:type="dcterms:W3CDTF">2026-04-13T14:39:19Z</dcterms:modified>
</cp:coreProperties>
</file>